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822960"/>
            <a:ext cx="1828800" cy="18288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6376" y="104241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AgriFlow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Harvest into Better Value.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decision-support platform for Indian farmers — sell, store, transport, or process?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 Hackathon  ·  Agriculture &amp; Produce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harvest, every farmer faces the same high-stakes question: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“Should I sell now, store it, transport it, or process it?”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35661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3664915"/>
            <a:ext cx="625450" cy="6254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320040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selling price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0" y="320040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2" name="Shape 8"/>
          <p:cNvSpPr/>
          <p:nvPr/>
        </p:nvSpPr>
        <p:spPr>
          <a:xfrm>
            <a:off x="6675120" y="35661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75" y="3664915"/>
            <a:ext cx="625450" cy="6254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80960" y="320040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&amp; waste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498348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16" name="Shape 11"/>
          <p:cNvSpPr/>
          <p:nvPr/>
        </p:nvSpPr>
        <p:spPr>
          <a:xfrm>
            <a:off x="1005840" y="53492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5447995"/>
            <a:ext cx="625450" cy="6254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11680" y="498348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transport cost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0" y="498348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/>
        </p:spPr>
      </p:sp>
      <p:sp>
        <p:nvSpPr>
          <p:cNvPr id="20" name="Shape 14"/>
          <p:cNvSpPr/>
          <p:nvPr/>
        </p:nvSpPr>
        <p:spPr>
          <a:xfrm>
            <a:off x="6675120" y="53492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5" y="5447995"/>
            <a:ext cx="625450" cy="6254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680960" y="498348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farmer income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Challenges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1647749"/>
            <a:ext cx="590702" cy="5907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508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opacity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1901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can’t see real-time prices across nearby markets before deciding.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69748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2790749"/>
            <a:ext cx="590702" cy="5907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2651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decisions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737360" y="3044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Selling, storage, and processing options are rarely compared side by side.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31520" y="384048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9" y="3933749"/>
            <a:ext cx="590702" cy="5907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37360" y="3794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buyer access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737360" y="4187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discover buyers actively seeking a farmer’s specific crop.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" y="498348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9" y="5076749"/>
            <a:ext cx="590702" cy="5907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73736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spoilage risk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737360" y="53309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Perishables are lost to poor timing and storage decisions made without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AgriFlow is a mobile-first decision-support platform that turns raw market data into one clear recommendation.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doesn’t just show a price. It compares every realistic option for that specific harvest and explains why one comes out ahead.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160020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1783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85440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06640" y="1600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Now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0" y="274320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0" y="2926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003" y="2997403"/>
            <a:ext cx="451714" cy="45171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2743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400800" y="388620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83680" y="4069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14040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06640" y="3886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400800" y="502920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83680" y="5212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003" y="5283403"/>
            <a:ext cx="451714" cy="45171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06640" y="5029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Buyer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AgriFlow Works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1945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1945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1089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38528" y="3236976"/>
            <a:ext cx="265176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6"/>
          <p:cNvSpPr/>
          <p:nvPr/>
        </p:nvSpPr>
        <p:spPr>
          <a:xfrm>
            <a:off x="223113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23113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32257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Markets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50208" y="3236976"/>
            <a:ext cx="265176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0"/>
          <p:cNvSpPr/>
          <p:nvPr/>
        </p:nvSpPr>
        <p:spPr>
          <a:xfrm>
            <a:off x="424281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4281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33425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61888" y="3236976"/>
            <a:ext cx="265176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4"/>
          <p:cNvSpPr/>
          <p:nvPr/>
        </p:nvSpPr>
        <p:spPr>
          <a:xfrm>
            <a:off x="625449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5449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4593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73568" y="3236976"/>
            <a:ext cx="265176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1" name="Shape 18"/>
          <p:cNvSpPr/>
          <p:nvPr/>
        </p:nvSpPr>
        <p:spPr>
          <a:xfrm>
            <a:off x="826617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6617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35761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Transact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85248" y="3236976"/>
            <a:ext cx="265176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5" name="Shape 22"/>
          <p:cNvSpPr/>
          <p:nvPr/>
        </p:nvSpPr>
        <p:spPr>
          <a:xfrm>
            <a:off x="10277856" y="24688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2C5F2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77856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369296" y="3154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flow that’s built and working end to end in the live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AI Engine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math, not a black box.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103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Now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786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Transport − Selling Cost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5786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 − Storage − Spoilage Risk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5786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Revenue − Processing − Transport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61120" y="2103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098280" y="2212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Buyer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98280" y="25786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Offer − Commission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gets a 0–100 score from expected profit and risk, plus a plain-language reason — no ML model, just honest arithmetic on real market, storage, and buyer data.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480060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20" name="Shape 17"/>
          <p:cNvSpPr/>
          <p:nvPr/>
        </p:nvSpPr>
        <p:spPr>
          <a:xfrm>
            <a:off x="960120" y="50292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02" y="5116982"/>
            <a:ext cx="555955" cy="55595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920240" y="4937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an AI Assistant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920240" y="528523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English or Hindi — answers real farming questions, backed by a live Claude API call with a graceful built-in fallback if no key is configured.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Architecture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2322576"/>
            <a:ext cx="502920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6"/>
          <p:cNvSpPr/>
          <p:nvPr/>
        </p:nvSpPr>
        <p:spPr>
          <a:xfrm>
            <a:off x="379476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Pydantic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55080" y="2322576"/>
            <a:ext cx="502920" cy="201168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0"/>
          <p:cNvSpPr/>
          <p:nvPr/>
        </p:nvSpPr>
        <p:spPr>
          <a:xfrm>
            <a:off x="6949440" y="18288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dev)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94760" y="35661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9476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4041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required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0" y="35661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4041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rule-based fallback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free-tier: Render (backend + Postgres) · Vercel/Netlify (frontend) — fully documented, one-command seedable demo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36676" y="16002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1019556" y="2560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compared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48556" y="16002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448556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4631436" y="2560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(English &amp; Hindi)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60436" y="16002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60436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8243316" y="2560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stages, fully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 to end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loss remains a persistent, widely-documented challenge across Indian agriculture — driven by exactly the fragmented, uninformed decisions AgriFlow is built to fix.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AgriFlow doesn’t reduce that loss by accident — every screen exists to close one specific decision gap: what to do with this harvest, right now.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029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Business Model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crops &amp; regions beyond the initial 7-crop demo set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mandi/market API integration (architecture is already built for it)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for live storage-condition monitoring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regional language support beyond English/Hindi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468112" cy="4206240"/>
          </a:xfrm>
          <a:prstGeom prst="roundRect">
            <a:avLst>
              <a:gd name="adj" fmla="val 2609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2860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farmers — the core decision-support tool stays accessible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commission on completed buyer transactions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 to FPOs, cooperatives, and state agri departments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market-trend insights for agri-fintech partners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641909"/>
            <a:ext cx="590702" cy="5907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48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mandi/market price API integration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spoilage and storage-condition monitoring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crop-insurance product integration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offline-friendly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regional language coverage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66344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244F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48463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“AgriFlow doesn’t just tell farmers the price. It helps them decide what to do next.”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AgriFlow — Turn Every Harvest into Better Value</dc:title>
  <dc:subject>PptxGenJS Presentation</dc:subject>
  <dc:creator>AgriFlow Team</dc:creator>
  <cp:lastModifiedBy>AgriFlow Team</cp:lastModifiedBy>
  <cp:revision>1</cp:revision>
  <dcterms:created xsi:type="dcterms:W3CDTF">2026-09-05T17:42:02Z</dcterms:created>
  <dcterms:modified xsi:type="dcterms:W3CDTF">2026-09-05T17:42:02Z</dcterms:modified>
</cp:coreProperties>
</file>